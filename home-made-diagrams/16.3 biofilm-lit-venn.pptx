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>
        <p:scale>
          <a:sx n="104" d="100"/>
          <a:sy n="104" d="100"/>
        </p:scale>
        <p:origin x="792" y="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52A9C-825D-92A8-4957-4D7851BE6D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1CF05F-E3CA-768B-EBE9-29A15AB79F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06A45-5F1D-E53A-5765-B0F342A5A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75533-DB06-4534-A69C-64BC6C29CD9D}" type="datetimeFigureOut">
              <a:rPr lang="en-NZ" smtClean="0"/>
              <a:t>17/03/2025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0EDAA-5AE2-CD1F-D5D6-2A7239DAB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4B3B0-0482-C219-56BF-E4819F325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53F3C-587F-44DF-A079-F3F9C7FDFD0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05530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A0119-B76F-D494-622D-BD87E1F97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93298-A36E-9340-8E70-6B009E0B6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F8325-5E7A-6EA7-ABA7-173439E2A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75533-DB06-4534-A69C-64BC6C29CD9D}" type="datetimeFigureOut">
              <a:rPr lang="en-NZ" smtClean="0"/>
              <a:t>17/03/2025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3EEC4-3AC6-509D-75ED-D39514954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5057E-51B9-5D17-2534-A8AE7DB7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53F3C-587F-44DF-A079-F3F9C7FDFD0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204130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AA3FC-867A-C01A-3F74-335ECF7F0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E7508B-196A-44CF-5F1A-50C4CEB80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5164B-2DDE-75EA-3A1C-E84DC1414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75533-DB06-4534-A69C-64BC6C29CD9D}" type="datetimeFigureOut">
              <a:rPr lang="en-NZ" smtClean="0"/>
              <a:t>17/03/2025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FE96D-611D-9FB3-F7C1-50AEBCC7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64912-AD8A-7D66-6210-42704B1DF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53F3C-587F-44DF-A079-F3F9C7FDFD0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62179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8A565-0505-9AB2-F6E4-6FF4C0AC1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C424F-463F-C67D-9566-B6110CC9F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B8DD23-D048-B210-C180-74B799F7D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1F6138-5E53-92D7-0891-BC0669E74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75533-DB06-4534-A69C-64BC6C29CD9D}" type="datetimeFigureOut">
              <a:rPr lang="en-NZ" smtClean="0"/>
              <a:t>17/03/2025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CB091D-3765-D50F-63A0-02C1A3806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759AB6-B320-C517-6004-87AD29E12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53F3C-587F-44DF-A079-F3F9C7FDFD0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33484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52ADE-5568-C010-0FEE-9A536F948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4DCA95-C02B-AD4A-7A35-A59CAE865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E8A873-8343-BC07-5514-72931EAFEC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DA2C18-4016-3618-BB2F-AD2B472E1E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95A0D6-C0FC-4C8E-18CA-E25079C77F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E3A83A-31FE-9E70-46F0-D3C2AF74A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75533-DB06-4534-A69C-64BC6C29CD9D}" type="datetimeFigureOut">
              <a:rPr lang="en-NZ" smtClean="0"/>
              <a:t>17/03/2025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F95D22-00CE-5612-1C72-B34ACB7D6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C5A9A7-C36F-BF28-1A5F-9542634D4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53F3C-587F-44DF-A079-F3F9C7FDFD0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47831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329FA-5D6A-88D1-3FCE-01E2F9503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99410F-78C6-6826-C2FF-E4D14A1DD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75533-DB06-4534-A69C-64BC6C29CD9D}" type="datetimeFigureOut">
              <a:rPr lang="en-NZ" smtClean="0"/>
              <a:t>17/03/2025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6E02DC-891F-01C9-0EA0-BA642E603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51C95E-949F-E739-505F-9D0176407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53F3C-587F-44DF-A079-F3F9C7FDFD0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7080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7F6289-5690-32E2-3576-FA191A3DC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75533-DB06-4534-A69C-64BC6C29CD9D}" type="datetimeFigureOut">
              <a:rPr lang="en-NZ" smtClean="0"/>
              <a:t>17/03/2025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254A11-8845-BF22-38DB-D99ABC36F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02E57-78C3-D107-B671-A23F3B901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53F3C-587F-44DF-A079-F3F9C7FDFD0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240545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72419-E425-101C-B32A-3B7417C0B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F4CBB-A80D-E722-1595-A92D2C2E6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6DD1FB-8D18-EC3A-564A-5DD365FFBA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F8F11-8C8C-8811-EC00-61B2763C6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75533-DB06-4534-A69C-64BC6C29CD9D}" type="datetimeFigureOut">
              <a:rPr lang="en-NZ" smtClean="0"/>
              <a:t>17/03/2025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96E8E-4649-BC53-6869-64ED27E51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6E678D-F3E1-097D-F9C0-C1AAD2252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53F3C-587F-44DF-A079-F3F9C7FDFD0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485659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F5244-8897-A9D5-F308-BE421453B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B062C8-F24D-53C2-BA06-A931695376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169AB-152D-2EED-F69B-093196C57E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1BA4DA-2773-28AB-984A-AE435A21A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75533-DB06-4534-A69C-64BC6C29CD9D}" type="datetimeFigureOut">
              <a:rPr lang="en-NZ" smtClean="0"/>
              <a:t>17/03/2025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9336C3-AB2D-65D4-96DA-DC5F50D7B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993CB4-9647-495C-DD86-D8BB92057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53F3C-587F-44DF-A079-F3F9C7FDFD0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893962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381A6-5B5A-4A5E-1C21-5CCE7E370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17AB5B-169A-D395-8059-CBD1D08368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D73A1-4123-8250-B9C9-4D5630302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75533-DB06-4534-A69C-64BC6C29CD9D}" type="datetimeFigureOut">
              <a:rPr lang="en-NZ" smtClean="0"/>
              <a:t>17/03/2025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703F7-368E-BFBB-6D00-5D6655130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C002B-CC40-5322-0DC3-AEEF24F3C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53F3C-587F-44DF-A079-F3F9C7FDFD0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248202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04DB7C-9FA0-DD33-194F-DC271DEAF3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A17D70-1612-B4BA-D5A0-C83651DBBE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7BAD5-9410-CD5F-E2A7-669C5DEE4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75533-DB06-4534-A69C-64BC6C29CD9D}" type="datetimeFigureOut">
              <a:rPr lang="en-NZ" smtClean="0"/>
              <a:t>17/03/2025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0D014-E5BF-EC7D-9315-A8B4D903A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69781-B933-527A-7530-B13B45B39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53F3C-587F-44DF-A079-F3F9C7FDFD0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857704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BC018F-8ECB-E09E-889A-AB559BCDC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B4FC42-73E9-88CE-F340-91F4A1A69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266BA-6449-44DF-1B9E-59A6DC2A11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575533-DB06-4534-A69C-64BC6C29CD9D}" type="datetimeFigureOut">
              <a:rPr lang="en-NZ" smtClean="0"/>
              <a:t>17/03/2025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7E1D6-B009-14A6-4E24-3C5138C800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17BCB-CDAB-B771-A7C9-64350C69D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353F3C-587F-44DF-A079-F3F9C7FDFD0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155267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D136E02-1959-C1D8-23AE-CFD97D72DAB9}"/>
              </a:ext>
            </a:extLst>
          </p:cNvPr>
          <p:cNvSpPr/>
          <p:nvPr/>
        </p:nvSpPr>
        <p:spPr>
          <a:xfrm>
            <a:off x="1828800" y="1190625"/>
            <a:ext cx="2724150" cy="2724150"/>
          </a:xfrm>
          <a:prstGeom prst="ellipse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6964091-FE33-64B3-7A7A-1057A4FEA179}"/>
              </a:ext>
            </a:extLst>
          </p:cNvPr>
          <p:cNvSpPr/>
          <p:nvPr/>
        </p:nvSpPr>
        <p:spPr>
          <a:xfrm>
            <a:off x="4733925" y="1190625"/>
            <a:ext cx="2724150" cy="2724150"/>
          </a:xfrm>
          <a:prstGeom prst="ellipse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CCD1E0C-C259-C499-DF02-E5DE1F6F8B5C}"/>
              </a:ext>
            </a:extLst>
          </p:cNvPr>
          <p:cNvSpPr/>
          <p:nvPr/>
        </p:nvSpPr>
        <p:spPr>
          <a:xfrm>
            <a:off x="7639050" y="1181100"/>
            <a:ext cx="2724150" cy="2724150"/>
          </a:xfrm>
          <a:prstGeom prst="ellipse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EE91232-36B6-8759-566D-00ADC94A61D2}"/>
              </a:ext>
            </a:extLst>
          </p:cNvPr>
          <p:cNvSpPr/>
          <p:nvPr/>
        </p:nvSpPr>
        <p:spPr>
          <a:xfrm>
            <a:off x="1828800" y="2943225"/>
            <a:ext cx="2724150" cy="2724150"/>
          </a:xfrm>
          <a:prstGeom prst="ellipse">
            <a:avLst/>
          </a:prstGeom>
          <a:noFill/>
          <a:ln w="5715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A1C6B52-873D-A72D-B236-0A889C6AE6D1}"/>
              </a:ext>
            </a:extLst>
          </p:cNvPr>
          <p:cNvSpPr/>
          <p:nvPr/>
        </p:nvSpPr>
        <p:spPr>
          <a:xfrm>
            <a:off x="4733925" y="2943225"/>
            <a:ext cx="2724150" cy="2724150"/>
          </a:xfrm>
          <a:prstGeom prst="ellipse">
            <a:avLst/>
          </a:prstGeom>
          <a:noFill/>
          <a:ln w="5715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F52A53F-11F0-75CA-6AE3-925B1B52EB59}"/>
              </a:ext>
            </a:extLst>
          </p:cNvPr>
          <p:cNvSpPr/>
          <p:nvPr/>
        </p:nvSpPr>
        <p:spPr>
          <a:xfrm>
            <a:off x="7639050" y="2933700"/>
            <a:ext cx="2724150" cy="2724150"/>
          </a:xfrm>
          <a:prstGeom prst="ellipse">
            <a:avLst/>
          </a:prstGeom>
          <a:noFill/>
          <a:ln w="5715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585C63-990D-C156-6B48-12239BA4D605}"/>
              </a:ext>
            </a:extLst>
          </p:cNvPr>
          <p:cNvSpPr txBox="1"/>
          <p:nvPr/>
        </p:nvSpPr>
        <p:spPr>
          <a:xfrm>
            <a:off x="2156745" y="495300"/>
            <a:ext cx="20682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1. Attachment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9B4CD2-34BD-64CF-A603-CD4270B5F7F3}"/>
              </a:ext>
            </a:extLst>
          </p:cNvPr>
          <p:cNvSpPr txBox="1"/>
          <p:nvPr/>
        </p:nvSpPr>
        <p:spPr>
          <a:xfrm>
            <a:off x="5124484" y="495300"/>
            <a:ext cx="19430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2. Maturation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5C7C65-99E5-CB2E-5282-4063AAC7F53B}"/>
              </a:ext>
            </a:extLst>
          </p:cNvPr>
          <p:cNvSpPr txBox="1"/>
          <p:nvPr/>
        </p:nvSpPr>
        <p:spPr>
          <a:xfrm>
            <a:off x="7998831" y="495299"/>
            <a:ext cx="20045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3. Dissipation</a:t>
            </a:r>
          </a:p>
        </p:txBody>
      </p:sp>
    </p:spTree>
    <p:extLst>
      <p:ext uri="{BB962C8B-B14F-4D97-AF65-F5344CB8AC3E}">
        <p14:creationId xmlns:p14="http://schemas.microsoft.com/office/powerpoint/2010/main" val="2913039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80D1F9F-CFDA-FB7F-640F-9815C6992CB5}"/>
              </a:ext>
            </a:extLst>
          </p:cNvPr>
          <p:cNvSpPr/>
          <p:nvPr/>
        </p:nvSpPr>
        <p:spPr>
          <a:xfrm>
            <a:off x="6096002" y="3428999"/>
            <a:ext cx="2640804" cy="24860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16961D-4BE7-1B5B-C117-450741558F75}"/>
              </a:ext>
            </a:extLst>
          </p:cNvPr>
          <p:cNvSpPr/>
          <p:nvPr/>
        </p:nvSpPr>
        <p:spPr>
          <a:xfrm>
            <a:off x="3455192" y="3429000"/>
            <a:ext cx="2640804" cy="248602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6C4848-67EC-F10E-9089-68761C70B02C}"/>
              </a:ext>
            </a:extLst>
          </p:cNvPr>
          <p:cNvSpPr/>
          <p:nvPr/>
        </p:nvSpPr>
        <p:spPr>
          <a:xfrm>
            <a:off x="6095999" y="942975"/>
            <a:ext cx="2640807" cy="24860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B6EB03-C2C7-CEDF-BDFC-05DDB89C5B47}"/>
              </a:ext>
            </a:extLst>
          </p:cNvPr>
          <p:cNvSpPr/>
          <p:nvPr/>
        </p:nvSpPr>
        <p:spPr>
          <a:xfrm>
            <a:off x="3455193" y="942975"/>
            <a:ext cx="2640807" cy="24860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1ACD6E3-FA7C-F213-5A59-94785F205FC0}"/>
              </a:ext>
            </a:extLst>
          </p:cNvPr>
          <p:cNvCxnSpPr>
            <a:cxnSpLocks/>
          </p:cNvCxnSpPr>
          <p:nvPr/>
        </p:nvCxnSpPr>
        <p:spPr>
          <a:xfrm>
            <a:off x="6096000" y="942975"/>
            <a:ext cx="0" cy="4972050"/>
          </a:xfrm>
          <a:prstGeom prst="straightConnector1">
            <a:avLst/>
          </a:prstGeom>
          <a:ln w="63500"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62192BA-028C-EF6F-B36B-F007EF60F5D3}"/>
              </a:ext>
            </a:extLst>
          </p:cNvPr>
          <p:cNvCxnSpPr>
            <a:cxnSpLocks/>
          </p:cNvCxnSpPr>
          <p:nvPr/>
        </p:nvCxnSpPr>
        <p:spPr>
          <a:xfrm>
            <a:off x="3455193" y="3429000"/>
            <a:ext cx="5281613" cy="0"/>
          </a:xfrm>
          <a:prstGeom prst="straightConnector1">
            <a:avLst/>
          </a:prstGeom>
          <a:ln w="63500"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2963B1E-8370-F9FA-3054-0C3BC29B079C}"/>
              </a:ext>
            </a:extLst>
          </p:cNvPr>
          <p:cNvSpPr txBox="1"/>
          <p:nvPr/>
        </p:nvSpPr>
        <p:spPr>
          <a:xfrm>
            <a:off x="6639583" y="2884146"/>
            <a:ext cx="15536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200" b="1" dirty="0"/>
              <a:t>Mutualism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A742F3-852D-F9FF-90DF-5D2557EE045E}"/>
              </a:ext>
            </a:extLst>
          </p:cNvPr>
          <p:cNvSpPr txBox="1"/>
          <p:nvPr/>
        </p:nvSpPr>
        <p:spPr>
          <a:xfrm>
            <a:off x="6558150" y="5370172"/>
            <a:ext cx="171649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200" b="1" dirty="0"/>
              <a:t>Antagonism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7FE332-2A34-4475-4DEE-00ADB708252E}"/>
              </a:ext>
            </a:extLst>
          </p:cNvPr>
          <p:cNvSpPr txBox="1"/>
          <p:nvPr/>
        </p:nvSpPr>
        <p:spPr>
          <a:xfrm>
            <a:off x="4001791" y="2884147"/>
            <a:ext cx="15476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200" b="1" dirty="0"/>
              <a:t>Parasitism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807D65-6457-2005-342C-44D4711E6D16}"/>
              </a:ext>
            </a:extLst>
          </p:cNvPr>
          <p:cNvSpPr txBox="1"/>
          <p:nvPr/>
        </p:nvSpPr>
        <p:spPr>
          <a:xfrm>
            <a:off x="3790322" y="5370171"/>
            <a:ext cx="197053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200" b="1" dirty="0"/>
              <a:t>Predator/Prey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9BC9F8-C3D9-6262-515C-775904F56A97}"/>
              </a:ext>
            </a:extLst>
          </p:cNvPr>
          <p:cNvSpPr txBox="1"/>
          <p:nvPr/>
        </p:nvSpPr>
        <p:spPr>
          <a:xfrm>
            <a:off x="5472265" y="5972008"/>
            <a:ext cx="12474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2200" dirty="0"/>
              <a:t>Cells die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9EEFF-46C8-610F-6ABA-4CDEA028C17F}"/>
              </a:ext>
            </a:extLst>
          </p:cNvPr>
          <p:cNvSpPr txBox="1"/>
          <p:nvPr/>
        </p:nvSpPr>
        <p:spPr>
          <a:xfrm>
            <a:off x="5452004" y="455105"/>
            <a:ext cx="128798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2200" dirty="0"/>
              <a:t>Cells live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899F8B-EDA5-8A5B-070C-001DFB96C3D1}"/>
              </a:ext>
            </a:extLst>
          </p:cNvPr>
          <p:cNvSpPr txBox="1"/>
          <p:nvPr/>
        </p:nvSpPr>
        <p:spPr>
          <a:xfrm>
            <a:off x="8863676" y="3213555"/>
            <a:ext cx="119353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2200" dirty="0"/>
              <a:t>Bilateral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C83CAD-C0C7-8780-DBC6-4375C29C4C96}"/>
              </a:ext>
            </a:extLst>
          </p:cNvPr>
          <p:cNvSpPr txBox="1"/>
          <p:nvPr/>
        </p:nvSpPr>
        <p:spPr>
          <a:xfrm>
            <a:off x="1956856" y="3213554"/>
            <a:ext cx="13714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2200" dirty="0"/>
              <a:t>Unilateral</a:t>
            </a:r>
          </a:p>
        </p:txBody>
      </p:sp>
    </p:spTree>
    <p:extLst>
      <p:ext uri="{BB962C8B-B14F-4D97-AF65-F5344CB8AC3E}">
        <p14:creationId xmlns:p14="http://schemas.microsoft.com/office/powerpoint/2010/main" val="2578992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21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Nicholas Lemzin-Abdrashitov</dc:creator>
  <cp:lastModifiedBy>Mark Nicholas Lemzin-Abdrashitov</cp:lastModifiedBy>
  <cp:revision>2</cp:revision>
  <dcterms:created xsi:type="dcterms:W3CDTF">2025-03-16T00:55:35Z</dcterms:created>
  <dcterms:modified xsi:type="dcterms:W3CDTF">2025-03-16T23:35:44Z</dcterms:modified>
</cp:coreProperties>
</file>